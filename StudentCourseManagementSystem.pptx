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97280"/>
            <a:ext cx="879652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749040"/>
            <a:ext cx="879652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Course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Project Report  |  C++ Console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Altarek Mohamed Alsaied Tawfiek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11188  |  Fundamentals C++  |  Dr. Mostafa Ashrif Mohamed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5661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console-based C++ application for managing student records and course enrollments.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Menu-driven interface with 8 operations.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data stored in memory using STL vector.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OOP principles: Inheritance &amp; Encapsulation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STL usage: vector, sort, lambda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modular, maintainable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a real academic management tool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Features  —  Main Menu (8 Options)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" y="105156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08813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Student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13990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ID, GPA with full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1168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" y="201168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04825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" y="23591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record by unique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97180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7180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" y="297180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00837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Student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" y="331927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info by student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93192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93192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" y="393192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96849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" y="42793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all students with courses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05156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93208" y="105156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108813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 in Course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84648" y="139903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course, prevents duplicates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01168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01168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93208" y="201168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04825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Courses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84648" y="23591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enrolled courses per student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97180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7180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093208" y="297180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300837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 by GPA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84648" y="331927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Descending order via STL sort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931920"/>
            <a:ext cx="38404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931920"/>
            <a:ext cx="38404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093208" y="3931920"/>
            <a:ext cx="39776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4648" y="396849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84648" y="42793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Safely terminate the program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Design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344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3657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publicly inherits from Person, reusing name management and virtual display() method.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02336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344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0328" y="1645920"/>
            <a:ext cx="3657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members are private. Access controlled exclusively through public getters and setters.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02336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0896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" y="3520440"/>
            <a:ext cx="3657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menu hides internal complexity — user just picks a number, not the underlying logic.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02336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10896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STL Usage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0328" y="3520440"/>
            <a:ext cx="3657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std::vector stores student objects dynamically. std::sort with lambda handles GPA sorting.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92608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2926080" cy="2103120"/>
          </a:xfrm>
          <a:prstGeom prst="rect">
            <a:avLst/>
          </a:prstGeom>
          <a:solidFill>
            <a:srgbClr val="0D1B3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4592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name : string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getName() : string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setName(s) :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display() : void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286000"/>
            <a:ext cx="128016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9659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inherits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097280"/>
            <a:ext cx="32004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09728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1554480"/>
            <a:ext cx="3200400" cy="3017520"/>
          </a:xfrm>
          <a:prstGeom prst="rect">
            <a:avLst/>
          </a:prstGeom>
          <a:solidFill>
            <a:srgbClr val="0D1B3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645920"/>
            <a:ext cx="29260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studentID : int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B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gpa : double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B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– courses : vector&lt;string&gt;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getID() : 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getGPA() : double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enrollCourse(s) :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getCourses() : vector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display() : void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Plan  —  Gantt Chart (7 Days)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051560"/>
            <a:ext cx="89611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051560"/>
            <a:ext cx="8961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1463040"/>
            <a:ext cx="2057400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463040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46304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2576" y="1536192"/>
            <a:ext cx="1737360" cy="329184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1536192"/>
            <a:ext cx="1737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1–2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1993392"/>
            <a:ext cx="2057400" cy="484632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1993392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Menu &amp; I/O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199339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6976" y="2066544"/>
            <a:ext cx="1737360" cy="329184"/>
          </a:xfrm>
          <a:prstGeom prst="rect">
            <a:avLst/>
          </a:prstGeom>
          <a:solidFill>
            <a:srgbClr val="2D8B6B"/>
          </a:solidFill>
          <a:ln w="12700">
            <a:solidFill>
              <a:srgbClr val="2D8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36976" y="2066544"/>
            <a:ext cx="17373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2–3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523744"/>
            <a:ext cx="2057400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523744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/ Remove / Search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2523744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51376" y="2596896"/>
            <a:ext cx="822960" cy="329184"/>
          </a:xfrm>
          <a:prstGeom prst="rect">
            <a:avLst/>
          </a:prstGeom>
          <a:solidFill>
            <a:srgbClr val="8B6B2D"/>
          </a:solidFill>
          <a:ln w="12700">
            <a:solidFill>
              <a:srgbClr val="8B6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51376" y="2596896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3054096"/>
            <a:ext cx="2057400" cy="484632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054096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 &amp; Courses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860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3054096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65776" y="3127248"/>
            <a:ext cx="822960" cy="329184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65776" y="3127248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82880" y="3584448"/>
            <a:ext cx="2057400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3584448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 &amp; Validation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148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292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580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0" y="3584448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80176" y="3657600"/>
            <a:ext cx="822960" cy="329184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0176" y="3657600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82880" y="4114800"/>
            <a:ext cx="2057400" cy="484632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114800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Debugging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2860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004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436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72400" y="4114800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94576" y="4187952"/>
            <a:ext cx="822960" cy="329184"/>
          </a:xfrm>
          <a:prstGeom prst="rect">
            <a:avLst/>
          </a:prstGeom>
          <a:solidFill>
            <a:srgbClr val="2D5B8B"/>
          </a:solidFill>
          <a:ln w="12700">
            <a:solidFill>
              <a:srgbClr val="2D5B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94576" y="4187952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6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82880" y="4645152"/>
            <a:ext cx="2057400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645152"/>
            <a:ext cx="192024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&amp; GitHub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2860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004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148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292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436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580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4645152"/>
            <a:ext cx="896112" cy="484632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08976" y="4718304"/>
            <a:ext cx="822960" cy="329184"/>
          </a:xfrm>
          <a:prstGeom prst="rect">
            <a:avLst/>
          </a:prstGeom>
          <a:solidFill>
            <a:srgbClr val="5B8B2D"/>
          </a:solidFill>
          <a:ln w="12700">
            <a:solidFill>
              <a:srgbClr val="5B8B2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08976" y="4718304"/>
            <a:ext cx="8229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Scenarios  —  12 Test Cases  |  All PASS 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3716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1051560"/>
            <a:ext cx="65836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38744" y="1051560"/>
            <a:ext cx="676656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51560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27632" y="1051560"/>
            <a:ext cx="6583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38744" y="1051560"/>
            <a:ext cx="6766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417320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1417320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38744" y="1417320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1732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19072" y="1417320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student – valid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75320" y="1463040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463040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751076"/>
            <a:ext cx="137160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1751076"/>
            <a:ext cx="658368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1751076"/>
            <a:ext cx="676656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751076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19072" y="1751076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student – duplicate 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75320" y="1796796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796796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084832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2084832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38744" y="2084832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084832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19072" y="2084832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student – GPA out of range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75320" y="2130552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130552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2418588"/>
            <a:ext cx="137160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27632" y="2418588"/>
            <a:ext cx="658368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2418588"/>
            <a:ext cx="676656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418588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TC-04/05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719072" y="2418588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GPA boundary (0.0 and 4.0)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75320" y="2464308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464308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752344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7632" y="2752344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38744" y="2752344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75234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19072" y="2752344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 student in course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75320" y="2798064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2798064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086100"/>
            <a:ext cx="137160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27632" y="3086100"/>
            <a:ext cx="658368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38744" y="3086100"/>
            <a:ext cx="676656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08610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TC-07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719072" y="3086100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 – duplicate course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75320" y="3131820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3131820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" y="3419856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27632" y="3419856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38744" y="3419856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419856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TC-08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719072" y="3419856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– existing student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275320" y="3465576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75320" y="3465576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" y="3753612"/>
            <a:ext cx="137160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27632" y="3753612"/>
            <a:ext cx="658368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38744" y="3753612"/>
            <a:ext cx="676656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" y="3753612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TC-09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719072" y="3753612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– non-existent student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275320" y="3799332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3799332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8600" y="4087368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27632" y="4087368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38744" y="4087368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" y="4087368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TC-10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719072" y="4087368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student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275320" y="4133088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75320" y="4133088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8600" y="4421124"/>
            <a:ext cx="137160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27632" y="4421124"/>
            <a:ext cx="6583680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38744" y="4421124"/>
            <a:ext cx="676656" cy="310896"/>
          </a:xfrm>
          <a:prstGeom prst="rect">
            <a:avLst/>
          </a:prstGeom>
          <a:solidFill>
            <a:srgbClr val="D8DCE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442112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TC-11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719072" y="4421124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 by GPA – multiple students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275320" y="4466844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75320" y="4466844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28600" y="4754880"/>
            <a:ext cx="137160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27632" y="4754880"/>
            <a:ext cx="6583680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38744" y="4754880"/>
            <a:ext cx="676656" cy="310896"/>
          </a:xfrm>
          <a:prstGeom prst="rect">
            <a:avLst/>
          </a:prstGeom>
          <a:solidFill>
            <a:srgbClr val="E8EB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8600" y="475488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TC-12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1719072" y="4754880"/>
            <a:ext cx="6400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all – empty list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275320" y="4800600"/>
            <a:ext cx="594360" cy="219456"/>
          </a:xfrm>
          <a:prstGeom prst="rect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5320" y="4800600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5661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file persistence — data is lost on exit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Console-only interface (no GUI)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database backend or scalability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login or role-based access control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data lives in a single vector in memory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9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I/O to persist data between sessions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 using Qt or wxWidgets framework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backend (SQLite) for scalability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system with role-based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tracking with GPA auto-calculation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94360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943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26187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Applied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664208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implemented inheritance, encapsulation, and abstraction in a real project.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94360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5943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3248" y="126187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STL Mastery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3248" y="1664208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std::vector for dynamic storage and std::sort with lambda for efficient GPA sorting.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02336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594360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5943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" y="318211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3584448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 covers all edge cases: duplicate IDs, GPA range, empty strings, and duplicate courses.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594360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17520"/>
            <a:ext cx="5943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318211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Test Pass Rate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13248" y="3584448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12 test cases passed, confirming system correctness, stability, and reliability.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920240"/>
            <a:ext cx="8796528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017520"/>
            <a:ext cx="8796528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Altarek Mohamed Alsaied Tawfiek  |  ID: 11188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github.com/Tarekattallah/Student-Course-Management-System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Egyptian Military Academy  —  Department of Software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3356</Words>
  <Application>WPS Presentation</Application>
  <PresentationFormat>On-screen Show (16:9)</PresentationFormat>
  <Paragraphs>289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saied</cp:lastModifiedBy>
  <cp:revision>2</cp:revision>
  <dcterms:created xsi:type="dcterms:W3CDTF">2026-03-26T13:51:00Z</dcterms:created>
  <dcterms:modified xsi:type="dcterms:W3CDTF">2026-03-26T14:12:40Z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F57C21E643FB4823B117BCC8D3E82C90_12</vt:lpwstr>
  </property>
  <property fmtid="{D5CDD505-2E9C-101B-9397-08002B2CF9AE}" pid="3" name="KSOProductBuildVer">
    <vt:lpwstr>1033-12.2.0.23196</vt:lpwstr>
  </property>
</Properties>
</file>